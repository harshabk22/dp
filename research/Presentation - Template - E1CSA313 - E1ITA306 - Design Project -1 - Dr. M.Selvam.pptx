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8" r:id="rId1"/>
  </p:sldMasterIdLst>
  <p:notesMasterIdLst>
    <p:notesMasterId r:id="rId24"/>
  </p:notesMasterIdLst>
  <p:handoutMasterIdLst>
    <p:handoutMasterId r:id="rId25"/>
  </p:handoutMasterIdLst>
  <p:sldIdLst>
    <p:sldId id="507" r:id="rId2"/>
    <p:sldId id="1027" r:id="rId3"/>
    <p:sldId id="1012" r:id="rId4"/>
    <p:sldId id="1013" r:id="rId5"/>
    <p:sldId id="1014" r:id="rId6"/>
    <p:sldId id="1015" r:id="rId7"/>
    <p:sldId id="1034" r:id="rId8"/>
    <p:sldId id="1036" r:id="rId9"/>
    <p:sldId id="1037" r:id="rId10"/>
    <p:sldId id="1011" r:id="rId11"/>
    <p:sldId id="1026" r:id="rId12"/>
    <p:sldId id="1033" r:id="rId13"/>
    <p:sldId id="1038" r:id="rId14"/>
    <p:sldId id="1039" r:id="rId15"/>
    <p:sldId id="1040" r:id="rId16"/>
    <p:sldId id="1044" r:id="rId17"/>
    <p:sldId id="1045" r:id="rId18"/>
    <p:sldId id="1041" r:id="rId19"/>
    <p:sldId id="1025" r:id="rId20"/>
    <p:sldId id="1042" r:id="rId21"/>
    <p:sldId id="1043" r:id="rId22"/>
    <p:sldId id="1035" r:id="rId2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of. Shekhar . R" initials="PS.R" lastIdx="1" clrIdx="0">
    <p:extLst>
      <p:ext uri="{19B8F6BF-5375-455C-9EA6-DF929625EA0E}">
        <p15:presenceInfo xmlns:p15="http://schemas.microsoft.com/office/powerpoint/2012/main" userId="S-1-5-21-1415727340-1540263038-2234542919-13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9CA663-1309-4ECF-9CD4-C8F48ECFF935}" v="48" dt="2026-09-09T09:42:55.997"/>
    <p1510:client id="{575C8504-258C-4612-97B9-120B5DE7B0D2}" v="3" dt="2026-09-09T10:42:31.757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 Selvam" userId="d6d9795e-cb7f-4ca4-909c-a1909c828893" providerId="ADAL" clId="{77D21AA8-553F-4AB2-8C7F-3DF8ADADA90D}"/>
    <pc:docChg chg="undo custSel addSld delSld modSld">
      <pc:chgData name="M Selvam" userId="d6d9795e-cb7f-4ca4-909c-a1909c828893" providerId="ADAL" clId="{77D21AA8-553F-4AB2-8C7F-3DF8ADADA90D}" dt="2026-09-09T10:44:54.063" v="359" actId="47"/>
      <pc:docMkLst>
        <pc:docMk/>
      </pc:docMkLst>
      <pc:sldChg chg="addSp delSp modSp mod">
        <pc:chgData name="M Selvam" userId="d6d9795e-cb7f-4ca4-909c-a1909c828893" providerId="ADAL" clId="{77D21AA8-553F-4AB2-8C7F-3DF8ADADA90D}" dt="2026-09-09T09:43:21.943" v="173" actId="14100"/>
        <pc:sldMkLst>
          <pc:docMk/>
          <pc:sldMk cId="0" sldId="507"/>
        </pc:sldMkLst>
        <pc:spChg chg="mod">
          <ac:chgData name="M Selvam" userId="d6d9795e-cb7f-4ca4-909c-a1909c828893" providerId="ADAL" clId="{77D21AA8-553F-4AB2-8C7F-3DF8ADADA90D}" dt="2026-09-09T09:34:27.100" v="39" actId="20577"/>
          <ac:spMkLst>
            <pc:docMk/>
            <pc:sldMk cId="0" sldId="507"/>
            <ac:spMk id="6" creationId="{90112947-B9C2-2E92-2ED4-7AE86C45CC4F}"/>
          </ac:spMkLst>
        </pc:spChg>
        <pc:picChg chg="del">
          <ac:chgData name="M Selvam" userId="d6d9795e-cb7f-4ca4-909c-a1909c828893" providerId="ADAL" clId="{77D21AA8-553F-4AB2-8C7F-3DF8ADADA90D}" dt="2026-09-09T09:33:53.660" v="3" actId="478"/>
          <ac:picMkLst>
            <pc:docMk/>
            <pc:sldMk cId="0" sldId="507"/>
            <ac:picMk id="3" creationId="{D48BC6A5-F5D8-82C0-F28F-C70BA469D2CB}"/>
          </ac:picMkLst>
        </pc:picChg>
        <pc:picChg chg="add mod">
          <ac:chgData name="M Selvam" userId="d6d9795e-cb7f-4ca4-909c-a1909c828893" providerId="ADAL" clId="{77D21AA8-553F-4AB2-8C7F-3DF8ADADA90D}" dt="2026-09-09T09:43:21.943" v="173" actId="14100"/>
          <ac:picMkLst>
            <pc:docMk/>
            <pc:sldMk cId="0" sldId="507"/>
            <ac:picMk id="4" creationId="{9D471D20-F6B2-348C-6B60-AFE0319ECD25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39:26.485" v="105" actId="1076"/>
        <pc:sldMkLst>
          <pc:docMk/>
          <pc:sldMk cId="2311492942" sldId="1011"/>
        </pc:sldMkLst>
        <pc:picChg chg="del">
          <ac:chgData name="M Selvam" userId="d6d9795e-cb7f-4ca4-909c-a1909c828893" providerId="ADAL" clId="{77D21AA8-553F-4AB2-8C7F-3DF8ADADA90D}" dt="2026-09-09T09:39:16.829" v="101" actId="478"/>
          <ac:picMkLst>
            <pc:docMk/>
            <pc:sldMk cId="2311492942" sldId="1011"/>
            <ac:picMk id="4" creationId="{A4B4A364-138F-E303-4886-AF5B2A6A67C2}"/>
          </ac:picMkLst>
        </pc:picChg>
        <pc:picChg chg="add mod">
          <ac:chgData name="M Selvam" userId="d6d9795e-cb7f-4ca4-909c-a1909c828893" providerId="ADAL" clId="{77D21AA8-553F-4AB2-8C7F-3DF8ADADA90D}" dt="2026-09-09T09:39:26.485" v="105" actId="1076"/>
          <ac:picMkLst>
            <pc:docMk/>
            <pc:sldMk cId="2311492942" sldId="1011"/>
            <ac:picMk id="5" creationId="{E69172F0-DC24-A9DB-0F68-54E3881FD548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36.767" v="177" actId="14100"/>
        <pc:sldMkLst>
          <pc:docMk/>
          <pc:sldMk cId="3089745817" sldId="1012"/>
        </pc:sldMkLst>
        <pc:spChg chg="add del">
          <ac:chgData name="M Selvam" userId="d6d9795e-cb7f-4ca4-909c-a1909c828893" providerId="ADAL" clId="{77D21AA8-553F-4AB2-8C7F-3DF8ADADA90D}" dt="2026-09-09T09:35:25.635" v="51" actId="34307"/>
          <ac:spMkLst>
            <pc:docMk/>
            <pc:sldMk cId="3089745817" sldId="1012"/>
            <ac:spMk id="7" creationId="{3280A4A6-FE4E-5BD7-0D80-570328273E09}"/>
          </ac:spMkLst>
        </pc:spChg>
        <pc:picChg chg="add mod">
          <ac:chgData name="M Selvam" userId="d6d9795e-cb7f-4ca4-909c-a1909c828893" providerId="ADAL" clId="{77D21AA8-553F-4AB2-8C7F-3DF8ADADA90D}" dt="2026-09-09T09:43:36.767" v="177" actId="14100"/>
          <ac:picMkLst>
            <pc:docMk/>
            <pc:sldMk cId="3089745817" sldId="1012"/>
            <ac:picMk id="2" creationId="{D046E4DE-BCE0-C9B2-CDC2-1E28119D86A3}"/>
          </ac:picMkLst>
        </pc:picChg>
        <pc:picChg chg="del">
          <ac:chgData name="M Selvam" userId="d6d9795e-cb7f-4ca4-909c-a1909c828893" providerId="ADAL" clId="{77D21AA8-553F-4AB2-8C7F-3DF8ADADA90D}" dt="2026-09-09T09:35:05.819" v="47" actId="478"/>
          <ac:picMkLst>
            <pc:docMk/>
            <pc:sldMk cId="3089745817" sldId="1012"/>
            <ac:picMk id="4" creationId="{8F4E0918-9E46-2259-4003-1C1F5C38DCA1}"/>
          </ac:picMkLst>
        </pc:picChg>
        <pc:picChg chg="add del mod ord">
          <ac:chgData name="M Selvam" userId="d6d9795e-cb7f-4ca4-909c-a1909c828893" providerId="ADAL" clId="{77D21AA8-553F-4AB2-8C7F-3DF8ADADA90D}" dt="2026-09-09T09:35:25.635" v="51" actId="34307"/>
          <ac:picMkLst>
            <pc:docMk/>
            <pc:sldMk cId="3089745817" sldId="1012"/>
            <ac:picMk id="5" creationId="{E81362B5-B35C-A88A-ADEF-51E0186485C5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41.958" v="179" actId="14100"/>
        <pc:sldMkLst>
          <pc:docMk/>
          <pc:sldMk cId="95257650" sldId="1013"/>
        </pc:sldMkLst>
        <pc:picChg chg="del">
          <ac:chgData name="M Selvam" userId="d6d9795e-cb7f-4ca4-909c-a1909c828893" providerId="ADAL" clId="{77D21AA8-553F-4AB2-8C7F-3DF8ADADA90D}" dt="2026-09-09T09:35:33.573" v="52" actId="478"/>
          <ac:picMkLst>
            <pc:docMk/>
            <pc:sldMk cId="95257650" sldId="1013"/>
            <ac:picMk id="4" creationId="{2DC88E58-E75E-48AB-59FF-CADAC759042E}"/>
          </ac:picMkLst>
        </pc:picChg>
        <pc:picChg chg="add mod">
          <ac:chgData name="M Selvam" userId="d6d9795e-cb7f-4ca4-909c-a1909c828893" providerId="ADAL" clId="{77D21AA8-553F-4AB2-8C7F-3DF8ADADA90D}" dt="2026-09-09T09:43:41.958" v="179" actId="14100"/>
          <ac:picMkLst>
            <pc:docMk/>
            <pc:sldMk cId="95257650" sldId="1013"/>
            <ac:picMk id="5" creationId="{271B53F3-540A-8282-CDE9-91C7F1D75BFF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46.133" v="180" actId="14100"/>
        <pc:sldMkLst>
          <pc:docMk/>
          <pc:sldMk cId="2694801863" sldId="1014"/>
        </pc:sldMkLst>
        <pc:spChg chg="mod">
          <ac:chgData name="M Selvam" userId="d6d9795e-cb7f-4ca4-909c-a1909c828893" providerId="ADAL" clId="{77D21AA8-553F-4AB2-8C7F-3DF8ADADA90D}" dt="2026-09-09T09:36:44.870" v="68" actId="14100"/>
          <ac:spMkLst>
            <pc:docMk/>
            <pc:sldMk cId="2694801863" sldId="1014"/>
            <ac:spMk id="3" creationId="{39A6E23D-A5D8-BE38-914C-4697198F055E}"/>
          </ac:spMkLst>
        </pc:spChg>
        <pc:picChg chg="del mod">
          <ac:chgData name="M Selvam" userId="d6d9795e-cb7f-4ca4-909c-a1909c828893" providerId="ADAL" clId="{77D21AA8-553F-4AB2-8C7F-3DF8ADADA90D}" dt="2026-09-09T09:36:34.406" v="65" actId="478"/>
          <ac:picMkLst>
            <pc:docMk/>
            <pc:sldMk cId="2694801863" sldId="1014"/>
            <ac:picMk id="4" creationId="{3424A7D1-392B-981E-7690-910B416284B1}"/>
          </ac:picMkLst>
        </pc:picChg>
        <pc:picChg chg="add mod">
          <ac:chgData name="M Selvam" userId="d6d9795e-cb7f-4ca4-909c-a1909c828893" providerId="ADAL" clId="{77D21AA8-553F-4AB2-8C7F-3DF8ADADA90D}" dt="2026-09-09T09:43:46.133" v="180" actId="14100"/>
          <ac:picMkLst>
            <pc:docMk/>
            <pc:sldMk cId="2694801863" sldId="1014"/>
            <ac:picMk id="5" creationId="{47D2E993-E474-0C27-DF8A-10B6A433EC16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54.806" v="182" actId="14100"/>
        <pc:sldMkLst>
          <pc:docMk/>
          <pc:sldMk cId="695185364" sldId="1015"/>
        </pc:sldMkLst>
        <pc:spChg chg="mod">
          <ac:chgData name="M Selvam" userId="d6d9795e-cb7f-4ca4-909c-a1909c828893" providerId="ADAL" clId="{77D21AA8-553F-4AB2-8C7F-3DF8ADADA90D}" dt="2026-09-09T09:37:18.323" v="74" actId="14100"/>
          <ac:spMkLst>
            <pc:docMk/>
            <pc:sldMk cId="695185364" sldId="1015"/>
            <ac:spMk id="3" creationId="{BBD3710E-1FD6-A145-E602-76470D00842A}"/>
          </ac:spMkLst>
        </pc:spChg>
        <pc:picChg chg="del">
          <ac:chgData name="M Selvam" userId="d6d9795e-cb7f-4ca4-909c-a1909c828893" providerId="ADAL" clId="{77D21AA8-553F-4AB2-8C7F-3DF8ADADA90D}" dt="2026-09-09T09:37:08.910" v="72" actId="478"/>
          <ac:picMkLst>
            <pc:docMk/>
            <pc:sldMk cId="695185364" sldId="1015"/>
            <ac:picMk id="4" creationId="{1660B1F0-D8A2-D976-9BE1-AD077549641E}"/>
          </ac:picMkLst>
        </pc:picChg>
        <pc:picChg chg="add mod">
          <ac:chgData name="M Selvam" userId="d6d9795e-cb7f-4ca4-909c-a1909c828893" providerId="ADAL" clId="{77D21AA8-553F-4AB2-8C7F-3DF8ADADA90D}" dt="2026-09-09T09:43:54.806" v="182" actId="14100"/>
          <ac:picMkLst>
            <pc:docMk/>
            <pc:sldMk cId="695185364" sldId="1015"/>
            <ac:picMk id="5" creationId="{24488C9D-2D30-3125-69F0-8049573055B2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2:03.118" v="149" actId="14100"/>
        <pc:sldMkLst>
          <pc:docMk/>
          <pc:sldMk cId="3377631291" sldId="1025"/>
        </pc:sldMkLst>
        <pc:picChg chg="del">
          <ac:chgData name="M Selvam" userId="d6d9795e-cb7f-4ca4-909c-a1909c828893" providerId="ADAL" clId="{77D21AA8-553F-4AB2-8C7F-3DF8ADADA90D}" dt="2026-09-09T09:41:46.220" v="143" actId="478"/>
          <ac:picMkLst>
            <pc:docMk/>
            <pc:sldMk cId="3377631291" sldId="1025"/>
            <ac:picMk id="4" creationId="{530DEA0B-E191-D187-0E57-F98A779E2687}"/>
          </ac:picMkLst>
        </pc:picChg>
        <pc:picChg chg="add mod">
          <ac:chgData name="M Selvam" userId="d6d9795e-cb7f-4ca4-909c-a1909c828893" providerId="ADAL" clId="{77D21AA8-553F-4AB2-8C7F-3DF8ADADA90D}" dt="2026-09-09T09:42:03.118" v="149" actId="14100"/>
          <ac:picMkLst>
            <pc:docMk/>
            <pc:sldMk cId="3377631291" sldId="1025"/>
            <ac:picMk id="5" creationId="{9614CC03-5AC2-8C76-DAFE-BA60BA1CF8FA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39:48.172" v="111" actId="1076"/>
        <pc:sldMkLst>
          <pc:docMk/>
          <pc:sldMk cId="1406624847" sldId="1026"/>
        </pc:sldMkLst>
        <pc:spChg chg="mod">
          <ac:chgData name="M Selvam" userId="d6d9795e-cb7f-4ca4-909c-a1909c828893" providerId="ADAL" clId="{77D21AA8-553F-4AB2-8C7F-3DF8ADADA90D}" dt="2026-09-09T09:39:35.588" v="107" actId="14100"/>
          <ac:spMkLst>
            <pc:docMk/>
            <pc:sldMk cId="1406624847" sldId="1026"/>
            <ac:spMk id="3" creationId="{E9FA628F-2ADF-3838-19A4-F5C7D3B047C6}"/>
          </ac:spMkLst>
        </pc:spChg>
        <pc:picChg chg="del">
          <ac:chgData name="M Selvam" userId="d6d9795e-cb7f-4ca4-909c-a1909c828893" providerId="ADAL" clId="{77D21AA8-553F-4AB2-8C7F-3DF8ADADA90D}" dt="2026-09-09T09:39:29.769" v="106" actId="478"/>
          <ac:picMkLst>
            <pc:docMk/>
            <pc:sldMk cId="1406624847" sldId="1026"/>
            <ac:picMk id="4" creationId="{71125AB7-5BA8-788F-021C-7F45B124B02D}"/>
          </ac:picMkLst>
        </pc:picChg>
        <pc:picChg chg="add mod">
          <ac:chgData name="M Selvam" userId="d6d9795e-cb7f-4ca4-909c-a1909c828893" providerId="ADAL" clId="{77D21AA8-553F-4AB2-8C7F-3DF8ADADA90D}" dt="2026-09-09T09:39:48.172" v="111" actId="1076"/>
          <ac:picMkLst>
            <pc:docMk/>
            <pc:sldMk cId="1406624847" sldId="1026"/>
            <ac:picMk id="5" creationId="{E315328B-2062-6B94-DEDE-8CFD1B404E8E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29.255" v="175" actId="1076"/>
        <pc:sldMkLst>
          <pc:docMk/>
          <pc:sldMk cId="2893977295" sldId="1027"/>
        </pc:sldMkLst>
        <pc:spChg chg="mod">
          <ac:chgData name="M Selvam" userId="d6d9795e-cb7f-4ca4-909c-a1909c828893" providerId="ADAL" clId="{77D21AA8-553F-4AB2-8C7F-3DF8ADADA90D}" dt="2026-09-09T09:36:12.511" v="63" actId="1076"/>
          <ac:spMkLst>
            <pc:docMk/>
            <pc:sldMk cId="2893977295" sldId="1027"/>
            <ac:spMk id="3" creationId="{68C7B745-FF8F-90D5-CAD4-FE7D38645D69}"/>
          </ac:spMkLst>
        </pc:spChg>
        <pc:spChg chg="add del mod">
          <ac:chgData name="M Selvam" userId="d6d9795e-cb7f-4ca4-909c-a1909c828893" providerId="ADAL" clId="{77D21AA8-553F-4AB2-8C7F-3DF8ADADA90D}" dt="2026-09-09T09:35:03.462" v="46"/>
          <ac:spMkLst>
            <pc:docMk/>
            <pc:sldMk cId="2893977295" sldId="1027"/>
            <ac:spMk id="6" creationId="{F1B3039F-7EA2-E227-9D02-F0E6BED42A64}"/>
          </ac:spMkLst>
        </pc:spChg>
        <pc:picChg chg="del">
          <ac:chgData name="M Selvam" userId="d6d9795e-cb7f-4ca4-909c-a1909c828893" providerId="ADAL" clId="{77D21AA8-553F-4AB2-8C7F-3DF8ADADA90D}" dt="2026-09-09T09:34:34.405" v="40" actId="478"/>
          <ac:picMkLst>
            <pc:docMk/>
            <pc:sldMk cId="2893977295" sldId="1027"/>
            <ac:picMk id="4" creationId="{E26EF467-3DED-5C3E-3710-75BDCDED7288}"/>
          </ac:picMkLst>
        </pc:picChg>
        <pc:picChg chg="add mod">
          <ac:chgData name="M Selvam" userId="d6d9795e-cb7f-4ca4-909c-a1909c828893" providerId="ADAL" clId="{77D21AA8-553F-4AB2-8C7F-3DF8ADADA90D}" dt="2026-09-09T09:43:29.255" v="175" actId="1076"/>
          <ac:picMkLst>
            <pc:docMk/>
            <pc:sldMk cId="2893977295" sldId="1027"/>
            <ac:picMk id="5" creationId="{81FBD98C-77FA-F4F3-D8D1-E351DADE67A3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4:24.793" v="188" actId="14100"/>
        <pc:sldMkLst>
          <pc:docMk/>
          <pc:sldMk cId="4197773981" sldId="1033"/>
        </pc:sldMkLst>
        <pc:picChg chg="del">
          <ac:chgData name="M Selvam" userId="d6d9795e-cb7f-4ca4-909c-a1909c828893" providerId="ADAL" clId="{77D21AA8-553F-4AB2-8C7F-3DF8ADADA90D}" dt="2026-09-09T09:39:52.545" v="112" actId="478"/>
          <ac:picMkLst>
            <pc:docMk/>
            <pc:sldMk cId="4197773981" sldId="1033"/>
            <ac:picMk id="4" creationId="{71125AB7-5BA8-788F-021C-7F45B124B02D}"/>
          </ac:picMkLst>
        </pc:picChg>
        <pc:picChg chg="add mod">
          <ac:chgData name="M Selvam" userId="d6d9795e-cb7f-4ca4-909c-a1909c828893" providerId="ADAL" clId="{77D21AA8-553F-4AB2-8C7F-3DF8ADADA90D}" dt="2026-09-09T09:44:24.793" v="188" actId="14100"/>
          <ac:picMkLst>
            <pc:docMk/>
            <pc:sldMk cId="4197773981" sldId="1033"/>
            <ac:picMk id="5" creationId="{09455320-2D9F-FA39-6651-A4D0ED124F51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4:00.668" v="184" actId="14100"/>
        <pc:sldMkLst>
          <pc:docMk/>
          <pc:sldMk cId="3239980978" sldId="1034"/>
        </pc:sldMkLst>
        <pc:spChg chg="mod">
          <ac:chgData name="M Selvam" userId="d6d9795e-cb7f-4ca4-909c-a1909c828893" providerId="ADAL" clId="{77D21AA8-553F-4AB2-8C7F-3DF8ADADA90D}" dt="2026-09-09T09:37:38.069" v="79" actId="14100"/>
          <ac:spMkLst>
            <pc:docMk/>
            <pc:sldMk cId="3239980978" sldId="1034"/>
            <ac:spMk id="3" creationId="{E0A18EB9-D0B2-3DF1-D33D-B8F4D4C25F3A}"/>
          </ac:spMkLst>
        </pc:spChg>
        <pc:picChg chg="del">
          <ac:chgData name="M Selvam" userId="d6d9795e-cb7f-4ca4-909c-a1909c828893" providerId="ADAL" clId="{77D21AA8-553F-4AB2-8C7F-3DF8ADADA90D}" dt="2026-09-09T09:37:33.516" v="78" actId="478"/>
          <ac:picMkLst>
            <pc:docMk/>
            <pc:sldMk cId="3239980978" sldId="1034"/>
            <ac:picMk id="4" creationId="{A4B4A364-138F-E303-4886-AF5B2A6A67C2}"/>
          </ac:picMkLst>
        </pc:picChg>
        <pc:picChg chg="add mod">
          <ac:chgData name="M Selvam" userId="d6d9795e-cb7f-4ca4-909c-a1909c828893" providerId="ADAL" clId="{77D21AA8-553F-4AB2-8C7F-3DF8ADADA90D}" dt="2026-09-09T09:44:00.668" v="184" actId="14100"/>
          <ac:picMkLst>
            <pc:docMk/>
            <pc:sldMk cId="3239980978" sldId="1034"/>
            <ac:picMk id="5" creationId="{C9FE1904-C542-AA1E-2C15-5A81417C962A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06.414" v="169" actId="14100"/>
        <pc:sldMkLst>
          <pc:docMk/>
          <pc:sldMk cId="3059570066" sldId="1035"/>
        </pc:sldMkLst>
        <pc:spChg chg="mod">
          <ac:chgData name="M Selvam" userId="d6d9795e-cb7f-4ca4-909c-a1909c828893" providerId="ADAL" clId="{77D21AA8-553F-4AB2-8C7F-3DF8ADADA90D}" dt="2026-09-09T09:42:53.443" v="164" actId="14100"/>
          <ac:spMkLst>
            <pc:docMk/>
            <pc:sldMk cId="3059570066" sldId="1035"/>
            <ac:spMk id="3" creationId="{E9FA628F-2ADF-3838-19A4-F5C7D3B047C6}"/>
          </ac:spMkLst>
        </pc:spChg>
        <pc:picChg chg="del">
          <ac:chgData name="M Selvam" userId="d6d9795e-cb7f-4ca4-909c-a1909c828893" providerId="ADAL" clId="{77D21AA8-553F-4AB2-8C7F-3DF8ADADA90D}" dt="2026-09-09T09:42:48.747" v="163" actId="478"/>
          <ac:picMkLst>
            <pc:docMk/>
            <pc:sldMk cId="3059570066" sldId="1035"/>
            <ac:picMk id="4" creationId="{71125AB7-5BA8-788F-021C-7F45B124B02D}"/>
          </ac:picMkLst>
        </pc:picChg>
        <pc:picChg chg="add mod">
          <ac:chgData name="M Selvam" userId="d6d9795e-cb7f-4ca4-909c-a1909c828893" providerId="ADAL" clId="{77D21AA8-553F-4AB2-8C7F-3DF8ADADA90D}" dt="2026-09-09T09:43:06.414" v="169" actId="14100"/>
          <ac:picMkLst>
            <pc:docMk/>
            <pc:sldMk cId="3059570066" sldId="1035"/>
            <ac:picMk id="5" creationId="{EF45E307-6A9E-5159-8B35-ADF54C109682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4:08.883" v="186" actId="14100"/>
        <pc:sldMkLst>
          <pc:docMk/>
          <pc:sldMk cId="1532967047" sldId="1036"/>
        </pc:sldMkLst>
        <pc:picChg chg="del">
          <ac:chgData name="M Selvam" userId="d6d9795e-cb7f-4ca4-909c-a1909c828893" providerId="ADAL" clId="{77D21AA8-553F-4AB2-8C7F-3DF8ADADA90D}" dt="2026-09-09T09:38:20.900" v="86" actId="478"/>
          <ac:picMkLst>
            <pc:docMk/>
            <pc:sldMk cId="1532967047" sldId="1036"/>
            <ac:picMk id="4" creationId="{6F302A27-548C-EB9F-75AC-04869664022C}"/>
          </ac:picMkLst>
        </pc:picChg>
        <pc:picChg chg="add mod">
          <ac:chgData name="M Selvam" userId="d6d9795e-cb7f-4ca4-909c-a1909c828893" providerId="ADAL" clId="{77D21AA8-553F-4AB2-8C7F-3DF8ADADA90D}" dt="2026-09-09T09:44:08.883" v="186" actId="14100"/>
          <ac:picMkLst>
            <pc:docMk/>
            <pc:sldMk cId="1532967047" sldId="1036"/>
            <ac:picMk id="5" creationId="{8EAABE41-1A78-C313-15FA-4DAE2C1B936A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4:13.574" v="187" actId="14100"/>
        <pc:sldMkLst>
          <pc:docMk/>
          <pc:sldMk cId="1613146428" sldId="1037"/>
        </pc:sldMkLst>
        <pc:spChg chg="add del">
          <ac:chgData name="M Selvam" userId="d6d9795e-cb7f-4ca4-909c-a1909c828893" providerId="ADAL" clId="{77D21AA8-553F-4AB2-8C7F-3DF8ADADA90D}" dt="2026-09-09T09:38:57.800" v="95"/>
          <ac:spMkLst>
            <pc:docMk/>
            <pc:sldMk cId="1613146428" sldId="1037"/>
            <ac:spMk id="2" creationId="{F5E6F616-BA4B-81FE-2F89-F371C90508B7}"/>
          </ac:spMkLst>
        </pc:spChg>
        <pc:spChg chg="mod">
          <ac:chgData name="M Selvam" userId="d6d9795e-cb7f-4ca4-909c-a1909c828893" providerId="ADAL" clId="{77D21AA8-553F-4AB2-8C7F-3DF8ADADA90D}" dt="2026-09-09T09:38:52.884" v="93" actId="14100"/>
          <ac:spMkLst>
            <pc:docMk/>
            <pc:sldMk cId="1613146428" sldId="1037"/>
            <ac:spMk id="3" creationId="{DF291E41-CF58-74B2-9E5F-75768CDC9158}"/>
          </ac:spMkLst>
        </pc:spChg>
        <pc:picChg chg="del mod">
          <ac:chgData name="M Selvam" userId="d6d9795e-cb7f-4ca4-909c-a1909c828893" providerId="ADAL" clId="{77D21AA8-553F-4AB2-8C7F-3DF8ADADA90D}" dt="2026-09-09T09:38:47.894" v="92" actId="478"/>
          <ac:picMkLst>
            <pc:docMk/>
            <pc:sldMk cId="1613146428" sldId="1037"/>
            <ac:picMk id="4" creationId="{C22FD9CF-9FEC-A241-0CC4-FD113EF594D4}"/>
          </ac:picMkLst>
        </pc:picChg>
        <pc:picChg chg="add mod">
          <ac:chgData name="M Selvam" userId="d6d9795e-cb7f-4ca4-909c-a1909c828893" providerId="ADAL" clId="{77D21AA8-553F-4AB2-8C7F-3DF8ADADA90D}" dt="2026-09-09T09:38:57.800" v="95"/>
          <ac:picMkLst>
            <pc:docMk/>
            <pc:sldMk cId="1613146428" sldId="1037"/>
            <ac:picMk id="5" creationId="{BB8AD62B-6EA9-E005-B618-9B63878987AA}"/>
          </ac:picMkLst>
        </pc:picChg>
        <pc:picChg chg="add mod">
          <ac:chgData name="M Selvam" userId="d6d9795e-cb7f-4ca4-909c-a1909c828893" providerId="ADAL" clId="{77D21AA8-553F-4AB2-8C7F-3DF8ADADA90D}" dt="2026-09-09T09:44:13.574" v="187" actId="14100"/>
          <ac:picMkLst>
            <pc:docMk/>
            <pc:sldMk cId="1613146428" sldId="1037"/>
            <ac:picMk id="6" creationId="{4321D194-BF7A-AFFD-A853-AAA15D97525B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0:22.150" v="122" actId="1076"/>
        <pc:sldMkLst>
          <pc:docMk/>
          <pc:sldMk cId="2661305800" sldId="1038"/>
        </pc:sldMkLst>
        <pc:picChg chg="del">
          <ac:chgData name="M Selvam" userId="d6d9795e-cb7f-4ca4-909c-a1909c828893" providerId="ADAL" clId="{77D21AA8-553F-4AB2-8C7F-3DF8ADADA90D}" dt="2026-09-09T09:40:10.567" v="118" actId="478"/>
          <ac:picMkLst>
            <pc:docMk/>
            <pc:sldMk cId="2661305800" sldId="1038"/>
            <ac:picMk id="4" creationId="{C5D421F7-34F6-B423-BD32-6AFD7732491C}"/>
          </ac:picMkLst>
        </pc:picChg>
        <pc:picChg chg="add mod">
          <ac:chgData name="M Selvam" userId="d6d9795e-cb7f-4ca4-909c-a1909c828893" providerId="ADAL" clId="{77D21AA8-553F-4AB2-8C7F-3DF8ADADA90D}" dt="2026-09-09T09:40:22.150" v="122" actId="1076"/>
          <ac:picMkLst>
            <pc:docMk/>
            <pc:sldMk cId="2661305800" sldId="1038"/>
            <ac:picMk id="5" creationId="{69E31CD9-0893-71CD-A52F-CE13AF034AAA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1:00.577" v="129" actId="1076"/>
        <pc:sldMkLst>
          <pc:docMk/>
          <pc:sldMk cId="3151414207" sldId="1039"/>
        </pc:sldMkLst>
        <pc:spChg chg="mod">
          <ac:chgData name="M Selvam" userId="d6d9795e-cb7f-4ca4-909c-a1909c828893" providerId="ADAL" clId="{77D21AA8-553F-4AB2-8C7F-3DF8ADADA90D}" dt="2026-09-09T09:40:49.037" v="124" actId="14100"/>
          <ac:spMkLst>
            <pc:docMk/>
            <pc:sldMk cId="3151414207" sldId="1039"/>
            <ac:spMk id="3" creationId="{ED121F08-AD64-6706-BBF1-E99AD8E172AB}"/>
          </ac:spMkLst>
        </pc:spChg>
        <pc:picChg chg="del">
          <ac:chgData name="M Selvam" userId="d6d9795e-cb7f-4ca4-909c-a1909c828893" providerId="ADAL" clId="{77D21AA8-553F-4AB2-8C7F-3DF8ADADA90D}" dt="2026-09-09T09:40:40.759" v="123" actId="478"/>
          <ac:picMkLst>
            <pc:docMk/>
            <pc:sldMk cId="3151414207" sldId="1039"/>
            <ac:picMk id="4" creationId="{4B688A92-D094-DFA8-C37F-55F638A100ED}"/>
          </ac:picMkLst>
        </pc:picChg>
        <pc:picChg chg="add mod">
          <ac:chgData name="M Selvam" userId="d6d9795e-cb7f-4ca4-909c-a1909c828893" providerId="ADAL" clId="{77D21AA8-553F-4AB2-8C7F-3DF8ADADA90D}" dt="2026-09-09T09:41:00.577" v="129" actId="1076"/>
          <ac:picMkLst>
            <pc:docMk/>
            <pc:sldMk cId="3151414207" sldId="1039"/>
            <ac:picMk id="5" creationId="{5E41F741-6C92-DBA8-8287-DCADD1E7CA3D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1:21.724" v="136" actId="14100"/>
        <pc:sldMkLst>
          <pc:docMk/>
          <pc:sldMk cId="3424103010" sldId="1040"/>
        </pc:sldMkLst>
        <pc:picChg chg="del">
          <ac:chgData name="M Selvam" userId="d6d9795e-cb7f-4ca4-909c-a1909c828893" providerId="ADAL" clId="{77D21AA8-553F-4AB2-8C7F-3DF8ADADA90D}" dt="2026-09-09T09:41:05.040" v="130" actId="478"/>
          <ac:picMkLst>
            <pc:docMk/>
            <pc:sldMk cId="3424103010" sldId="1040"/>
            <ac:picMk id="4" creationId="{C4D81696-053B-0369-CCCB-94A69D7BFF89}"/>
          </ac:picMkLst>
        </pc:picChg>
        <pc:picChg chg="add mod">
          <ac:chgData name="M Selvam" userId="d6d9795e-cb7f-4ca4-909c-a1909c828893" providerId="ADAL" clId="{77D21AA8-553F-4AB2-8C7F-3DF8ADADA90D}" dt="2026-09-09T09:41:21.724" v="136" actId="14100"/>
          <ac:picMkLst>
            <pc:docMk/>
            <pc:sldMk cId="3424103010" sldId="1040"/>
            <ac:picMk id="5" creationId="{34E27D2C-6F90-7DF9-AB19-4F214FE76D09}"/>
          </ac:picMkLst>
        </pc:picChg>
      </pc:sldChg>
      <pc:sldChg chg="addSp delSp modSp mod">
        <pc:chgData name="M Selvam" userId="d6d9795e-cb7f-4ca4-909c-a1909c828893" providerId="ADAL" clId="{77D21AA8-553F-4AB2-8C7F-3DF8ADADA90D}" dt="2026-09-09T10:43:17.269" v="278" actId="20577"/>
        <pc:sldMkLst>
          <pc:docMk/>
          <pc:sldMk cId="4207118935" sldId="1041"/>
        </pc:sldMkLst>
        <pc:spChg chg="mod">
          <ac:chgData name="M Selvam" userId="d6d9795e-cb7f-4ca4-909c-a1909c828893" providerId="ADAL" clId="{77D21AA8-553F-4AB2-8C7F-3DF8ADADA90D}" dt="2026-09-09T10:43:17.269" v="278" actId="20577"/>
          <ac:spMkLst>
            <pc:docMk/>
            <pc:sldMk cId="4207118935" sldId="1041"/>
            <ac:spMk id="3" creationId="{69625804-55EE-9262-0513-B15AAAE3703A}"/>
          </ac:spMkLst>
        </pc:spChg>
        <pc:picChg chg="del">
          <ac:chgData name="M Selvam" userId="d6d9795e-cb7f-4ca4-909c-a1909c828893" providerId="ADAL" clId="{77D21AA8-553F-4AB2-8C7F-3DF8ADADA90D}" dt="2026-09-09T09:41:28.323" v="137" actId="478"/>
          <ac:picMkLst>
            <pc:docMk/>
            <pc:sldMk cId="4207118935" sldId="1041"/>
            <ac:picMk id="4" creationId="{C41EDFA5-D4F7-CF5E-05CA-F1D090EE9A81}"/>
          </ac:picMkLst>
        </pc:picChg>
        <pc:picChg chg="add mod">
          <ac:chgData name="M Selvam" userId="d6d9795e-cb7f-4ca4-909c-a1909c828893" providerId="ADAL" clId="{77D21AA8-553F-4AB2-8C7F-3DF8ADADA90D}" dt="2026-09-09T09:41:41.475" v="142" actId="14100"/>
          <ac:picMkLst>
            <pc:docMk/>
            <pc:sldMk cId="4207118935" sldId="1041"/>
            <ac:picMk id="5" creationId="{81A1E605-EF66-503F-9EFE-62349AAAD9CE}"/>
          </ac:picMkLst>
        </pc:picChg>
      </pc:sldChg>
      <pc:sldChg chg="addSp delSp modSp mod">
        <pc:chgData name="M Selvam" userId="d6d9795e-cb7f-4ca4-909c-a1909c828893" providerId="ADAL" clId="{77D21AA8-553F-4AB2-8C7F-3DF8ADADA90D}" dt="2026-09-09T10:44:26.372" v="334" actId="20577"/>
        <pc:sldMkLst>
          <pc:docMk/>
          <pc:sldMk cId="3059336372" sldId="1042"/>
        </pc:sldMkLst>
        <pc:spChg chg="mod">
          <ac:chgData name="M Selvam" userId="d6d9795e-cb7f-4ca4-909c-a1909c828893" providerId="ADAL" clId="{77D21AA8-553F-4AB2-8C7F-3DF8ADADA90D}" dt="2026-09-09T10:44:26.372" v="334" actId="20577"/>
          <ac:spMkLst>
            <pc:docMk/>
            <pc:sldMk cId="3059336372" sldId="1042"/>
            <ac:spMk id="3" creationId="{D11D1431-CBB1-2E8B-9D61-C266D7E354F4}"/>
          </ac:spMkLst>
        </pc:spChg>
        <pc:picChg chg="del">
          <ac:chgData name="M Selvam" userId="d6d9795e-cb7f-4ca4-909c-a1909c828893" providerId="ADAL" clId="{77D21AA8-553F-4AB2-8C7F-3DF8ADADA90D}" dt="2026-09-09T09:42:08.347" v="150" actId="478"/>
          <ac:picMkLst>
            <pc:docMk/>
            <pc:sldMk cId="3059336372" sldId="1042"/>
            <ac:picMk id="4" creationId="{B7BACBCA-7175-4B4F-1E27-85287EF57161}"/>
          </ac:picMkLst>
        </pc:picChg>
        <pc:picChg chg="add mod">
          <ac:chgData name="M Selvam" userId="d6d9795e-cb7f-4ca4-909c-a1909c828893" providerId="ADAL" clId="{77D21AA8-553F-4AB2-8C7F-3DF8ADADA90D}" dt="2026-09-09T09:42:19.030" v="154" actId="1076"/>
          <ac:picMkLst>
            <pc:docMk/>
            <pc:sldMk cId="3059336372" sldId="1042"/>
            <ac:picMk id="5" creationId="{EC9D29C0-805E-09D5-FBBC-105D2D7A27FA}"/>
          </ac:picMkLst>
        </pc:picChg>
      </pc:sldChg>
      <pc:sldChg chg="addSp delSp modSp mod">
        <pc:chgData name="M Selvam" userId="d6d9795e-cb7f-4ca4-909c-a1909c828893" providerId="ADAL" clId="{77D21AA8-553F-4AB2-8C7F-3DF8ADADA90D}" dt="2026-09-09T10:44:44.818" v="358" actId="20577"/>
        <pc:sldMkLst>
          <pc:docMk/>
          <pc:sldMk cId="2649194420" sldId="1043"/>
        </pc:sldMkLst>
        <pc:spChg chg="mod">
          <ac:chgData name="M Selvam" userId="d6d9795e-cb7f-4ca4-909c-a1909c828893" providerId="ADAL" clId="{77D21AA8-553F-4AB2-8C7F-3DF8ADADA90D}" dt="2026-09-09T10:44:44.818" v="358" actId="20577"/>
          <ac:spMkLst>
            <pc:docMk/>
            <pc:sldMk cId="2649194420" sldId="1043"/>
            <ac:spMk id="3" creationId="{BFD1F075-A6AF-DC0E-0383-CB3781E97989}"/>
          </ac:spMkLst>
        </pc:spChg>
        <pc:picChg chg="del">
          <ac:chgData name="M Selvam" userId="d6d9795e-cb7f-4ca4-909c-a1909c828893" providerId="ADAL" clId="{77D21AA8-553F-4AB2-8C7F-3DF8ADADA90D}" dt="2026-09-09T09:42:22.604" v="155" actId="478"/>
          <ac:picMkLst>
            <pc:docMk/>
            <pc:sldMk cId="2649194420" sldId="1043"/>
            <ac:picMk id="4" creationId="{18FD9FB3-6EC2-DEB2-9BE4-5349E73E5C4A}"/>
          </ac:picMkLst>
        </pc:picChg>
        <pc:picChg chg="add mod">
          <ac:chgData name="M Selvam" userId="d6d9795e-cb7f-4ca4-909c-a1909c828893" providerId="ADAL" clId="{77D21AA8-553F-4AB2-8C7F-3DF8ADADA90D}" dt="2026-09-09T09:42:42.897" v="162" actId="14100"/>
          <ac:picMkLst>
            <pc:docMk/>
            <pc:sldMk cId="2649194420" sldId="1043"/>
            <ac:picMk id="5" creationId="{CD3C8A54-DB36-4EFB-9F5E-BC062E18F093}"/>
          </ac:picMkLst>
        </pc:picChg>
      </pc:sldChg>
      <pc:sldChg chg="modSp add mod">
        <pc:chgData name="M Selvam" userId="d6d9795e-cb7f-4ca4-909c-a1909c828893" providerId="ADAL" clId="{77D21AA8-553F-4AB2-8C7F-3DF8ADADA90D}" dt="2026-09-09T10:42:46.846" v="218" actId="20577"/>
        <pc:sldMkLst>
          <pc:docMk/>
          <pc:sldMk cId="2150593120" sldId="1044"/>
        </pc:sldMkLst>
        <pc:spChg chg="mod">
          <ac:chgData name="M Selvam" userId="d6d9795e-cb7f-4ca4-909c-a1909c828893" providerId="ADAL" clId="{77D21AA8-553F-4AB2-8C7F-3DF8ADADA90D}" dt="2026-09-09T10:42:46.846" v="218" actId="20577"/>
          <ac:spMkLst>
            <pc:docMk/>
            <pc:sldMk cId="2150593120" sldId="1044"/>
            <ac:spMk id="3" creationId="{A32D421F-1615-2669-0698-211111DAE13D}"/>
          </ac:spMkLst>
        </pc:spChg>
      </pc:sldChg>
      <pc:sldChg chg="modSp add mod">
        <pc:chgData name="M Selvam" userId="d6d9795e-cb7f-4ca4-909c-a1909c828893" providerId="ADAL" clId="{77D21AA8-553F-4AB2-8C7F-3DF8ADADA90D}" dt="2026-09-09T10:43:04.298" v="256" actId="20577"/>
        <pc:sldMkLst>
          <pc:docMk/>
          <pc:sldMk cId="3967463539" sldId="1045"/>
        </pc:sldMkLst>
        <pc:spChg chg="mod">
          <ac:chgData name="M Selvam" userId="d6d9795e-cb7f-4ca4-909c-a1909c828893" providerId="ADAL" clId="{77D21AA8-553F-4AB2-8C7F-3DF8ADADA90D}" dt="2026-09-09T10:43:04.298" v="256" actId="20577"/>
          <ac:spMkLst>
            <pc:docMk/>
            <pc:sldMk cId="3967463539" sldId="1045"/>
            <ac:spMk id="3" creationId="{64961CD4-3E10-98EF-AD19-1669748F6FCB}"/>
          </ac:spMkLst>
        </pc:spChg>
      </pc:sldChg>
      <pc:sldChg chg="add del">
        <pc:chgData name="M Selvam" userId="d6d9795e-cb7f-4ca4-909c-a1909c828893" providerId="ADAL" clId="{77D21AA8-553F-4AB2-8C7F-3DF8ADADA90D}" dt="2026-09-09T10:44:54.063" v="359" actId="47"/>
        <pc:sldMkLst>
          <pc:docMk/>
          <pc:sldMk cId="2190406105" sldId="104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F2378-E9BC-4DF3-B317-060928E4E621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D99B9-BA06-4A87-B300-D8D5C0E3ED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940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A7B44CD-007F-4479-9F76-504AB024A03E}" type="datetimeFigureOut">
              <a:rPr lang="en-US"/>
              <a:pPr>
                <a:defRPr/>
              </a:pPr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D4853D3-BCEF-4909-916C-A78958746E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574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93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56356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472" y="6553201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FD4C6-48AB-4634-9A0B-834BD7BA5A0C}" type="slidenum">
              <a:rPr lang="en-IN" sz="1200" smtClean="0">
                <a:latin typeface="+mn-lt"/>
              </a:rPr>
              <a:pPr algn="r"/>
              <a:t>‹#›</a:t>
            </a:fld>
            <a:endParaRPr lang="en-IN" sz="1200"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4" r:id="rId3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ieee8023/covid-chestxray-datase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90112947-B9C2-2E92-2ED4-7AE86C45C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0808" y="1913534"/>
            <a:ext cx="8534400" cy="455599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algn="just">
              <a:defRPr/>
            </a:pPr>
            <a:r>
              <a:rPr lang="en-IN" dirty="0">
                <a:latin typeface="Times New Roman"/>
                <a:cs typeface="Times New Roman"/>
              </a:rPr>
              <a:t>Team Members: 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algn="just">
              <a:defRPr/>
            </a:pPr>
            <a:r>
              <a:rPr lang="en-IN" dirty="0">
                <a:ea typeface="+mn-lt"/>
                <a:cs typeface="+mn-lt"/>
              </a:rPr>
              <a:t>1. </a:t>
            </a:r>
            <a:r>
              <a:rPr lang="en-IN" sz="2800" dirty="0">
                <a:latin typeface="Times New Roman"/>
                <a:cs typeface="Times New Roman"/>
              </a:rPr>
              <a:t>Name Register No</a:t>
            </a:r>
          </a:p>
          <a:p>
            <a:pPr lvl="1" algn="just">
              <a:defRPr/>
            </a:pPr>
            <a:r>
              <a:rPr lang="en-IN" dirty="0">
                <a:ea typeface="+mn-lt"/>
                <a:cs typeface="+mn-lt"/>
              </a:rPr>
              <a:t>2.</a:t>
            </a:r>
            <a:r>
              <a:rPr lang="en-IN" dirty="0">
                <a:latin typeface="Times New Roman"/>
                <a:ea typeface="+mn-lt"/>
                <a:cs typeface="Times New Roman"/>
              </a:rPr>
              <a:t> </a:t>
            </a:r>
            <a:endParaRPr lang="en-IN" dirty="0">
              <a:latin typeface="Calibri"/>
              <a:cs typeface="Calibri"/>
            </a:endParaRPr>
          </a:p>
          <a:p>
            <a:pPr lvl="1" algn="just">
              <a:defRPr/>
            </a:pPr>
            <a:r>
              <a:rPr lang="en-IN" dirty="0">
                <a:cs typeface="Calibri"/>
              </a:rPr>
              <a:t>3.</a:t>
            </a:r>
          </a:p>
          <a:p>
            <a:pPr lvl="1" algn="just">
              <a:defRPr/>
            </a:pPr>
            <a:r>
              <a:rPr lang="en-IN" dirty="0">
                <a:latin typeface="Times New Roman"/>
                <a:cs typeface="Times New Roman"/>
              </a:rPr>
              <a:t>4. </a:t>
            </a:r>
          </a:p>
          <a:p>
            <a:pPr lvl="1" algn="just">
              <a:defRPr/>
            </a:pPr>
            <a:r>
              <a:rPr lang="en-IN" dirty="0">
                <a:latin typeface="Times New Roman"/>
                <a:cs typeface="Times New Roman"/>
              </a:rPr>
              <a:t>5.	</a:t>
            </a:r>
          </a:p>
          <a:p>
            <a:pPr lvl="1" algn="just">
              <a:defRPr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IN" dirty="0">
                <a:latin typeface="Times New Roman"/>
                <a:cs typeface="Times New Roman"/>
              </a:rPr>
              <a:t>Name of the Mentor: </a:t>
            </a:r>
            <a:endParaRPr lang="en-IN" sz="3200" dirty="0"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en-US" sz="3200" dirty="0">
                <a:latin typeface="Bookman Old Style"/>
              </a:rPr>
              <a:t>E1CSA313/E1ITA306 Design Project -1 </a:t>
            </a:r>
          </a:p>
          <a:p>
            <a:endParaRPr lang="en-IN" dirty="0"/>
          </a:p>
        </p:txBody>
      </p:sp>
      <p:sp>
        <p:nvSpPr>
          <p:cNvPr id="2" name="Subtitle 5">
            <a:extLst>
              <a:ext uri="{FF2B5EF4-FFF2-40B4-BE49-F238E27FC236}">
                <a16:creationId xmlns:a16="http://schemas.microsoft.com/office/drawing/2014/main" id="{27730FEB-39A4-55AF-1A5E-7D14BEA4EF64}"/>
              </a:ext>
            </a:extLst>
          </p:cNvPr>
          <p:cNvSpPr txBox="1">
            <a:spLocks/>
          </p:cNvSpPr>
          <p:nvPr/>
        </p:nvSpPr>
        <p:spPr>
          <a:xfrm>
            <a:off x="1234008" y="784718"/>
            <a:ext cx="6346663" cy="7491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spcAft>
                <a:spcPts val="0"/>
              </a:spcAft>
              <a:defRPr/>
            </a:pPr>
            <a:r>
              <a:rPr lang="en-IN" b="1" dirty="0">
                <a:latin typeface="Times New Roman"/>
                <a:cs typeface="Times New Roman"/>
              </a:rPr>
              <a:t>Title of the Project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spcAft>
                <a:spcPts val="0"/>
              </a:spcAft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471D20-F6B2-348C-6B60-AFE0319ECD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255" y="153857"/>
            <a:ext cx="3125501" cy="6308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2037F-BF3C-25A0-59D8-5919CD38E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F4E8D8-8E72-3C38-A5E9-E80E419F8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579483"/>
            <a:ext cx="11175032" cy="6262595"/>
          </a:xfrm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literature (Refer minimum of 10 Recent Journal / Conference papers)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from the literature review (Brief description as points)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from the literature review (Brief description as points)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&amp; Proposed Methodology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Research / Methodology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( Min. of 10 papers)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Plagiarism Report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C7B745-FF8F-90D5-CAD4-FE7D38645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882" y="171803"/>
            <a:ext cx="6180944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FBD98C-77FA-F4F3-D8D1-E351DADE67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4275" y="297702"/>
            <a:ext cx="3210257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7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E9103-52C6-689F-10D5-B7A7B5531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386010-7A55-512E-9ACA-BAA4168A2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80A4A6-FE4E-5BD7-0D80-570328273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4745"/>
            <a:ext cx="10972800" cy="532030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46E4DE-BCE0-C9B2-CDC2-1E28119D8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256" y="134859"/>
            <a:ext cx="3184992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745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B03B4-DE94-29CC-B902-989E20834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E99C9E-6A0E-333F-5A49-29CB3CF69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literature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0844F9-8385-782E-0B9C-345478913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378642"/>
              </p:ext>
            </p:extLst>
          </p:nvPr>
        </p:nvGraphicFramePr>
        <p:xfrm>
          <a:off x="427703" y="1135626"/>
          <a:ext cx="11356929" cy="489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a16:colId xmlns:a16="http://schemas.microsoft.com/office/drawing/2014/main" val="3476363090"/>
                    </a:ext>
                  </a:extLst>
                </a:gridCol>
                <a:gridCol w="2580968">
                  <a:extLst>
                    <a:ext uri="{9D8B030D-6E8A-4147-A177-3AD203B41FA5}">
                      <a16:colId xmlns:a16="http://schemas.microsoft.com/office/drawing/2014/main" val="3690190586"/>
                    </a:ext>
                  </a:extLst>
                </a:gridCol>
                <a:gridCol w="2249940">
                  <a:extLst>
                    <a:ext uri="{9D8B030D-6E8A-4147-A177-3AD203B41FA5}">
                      <a16:colId xmlns:a16="http://schemas.microsoft.com/office/drawing/2014/main" val="363996245"/>
                    </a:ext>
                  </a:extLst>
                </a:gridCol>
                <a:gridCol w="1837749">
                  <a:extLst>
                    <a:ext uri="{9D8B030D-6E8A-4147-A177-3AD203B41FA5}">
                      <a16:colId xmlns:a16="http://schemas.microsoft.com/office/drawing/2014/main" val="3098826648"/>
                    </a:ext>
                  </a:extLst>
                </a:gridCol>
                <a:gridCol w="2024287">
                  <a:extLst>
                    <a:ext uri="{9D8B030D-6E8A-4147-A177-3AD203B41FA5}">
                      <a16:colId xmlns:a16="http://schemas.microsoft.com/office/drawing/2014/main" val="646655925"/>
                    </a:ext>
                  </a:extLst>
                </a:gridCol>
                <a:gridCol w="1956062">
                  <a:extLst>
                    <a:ext uri="{9D8B030D-6E8A-4147-A177-3AD203B41FA5}">
                      <a16:colId xmlns:a16="http://schemas.microsoft.com/office/drawing/2014/main" val="923233871"/>
                    </a:ext>
                  </a:extLst>
                </a:gridCol>
              </a:tblGrid>
              <a:tr h="10870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S.No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Name, Journal, Publication Year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Research/ Methodology 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Metrics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91171937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1200">
                          <a:effectLst/>
                        </a:rPr>
                        <a:t> 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 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 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 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 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1200" dirty="0">
                          <a:effectLst/>
                        </a:rPr>
                        <a:t> 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63371691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1200">
                          <a:effectLst/>
                        </a:rPr>
                        <a:t> 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 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 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 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 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1200">
                          <a:effectLst/>
                        </a:rPr>
                        <a:t> 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26591487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1200">
                          <a:effectLst/>
                        </a:rPr>
                        <a:t> 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 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 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 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 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1200">
                          <a:effectLst/>
                        </a:rPr>
                        <a:t> 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51593235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1200">
                          <a:effectLst/>
                        </a:rPr>
                        <a:t> 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 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 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 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 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1200" dirty="0">
                          <a:effectLst/>
                        </a:rPr>
                        <a:t> 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7264466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71B53F3-540A-8282-CDE9-91C7F1D75B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57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A0046-BF80-C7AC-4092-5F6B766C4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4006D7-2A1D-A4B2-63D6-92A249697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59263"/>
            <a:ext cx="11173961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1. (Min. of 5 points)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2.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3. 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4.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5.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A6E23D-A5D8-BE38-914C-4697198F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440118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from the Literature Review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D2E993-E474-0C27-DF8A-10B6A433E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9" y="228601"/>
            <a:ext cx="2639561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801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28F11-9544-18C8-69F6-B6B1393A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EF3ED1-1B2C-DD44-A421-B9D1C2BCE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18997"/>
            <a:ext cx="11171583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IN" sz="28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(Min. of 5 points)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D3710E-1FD6-A145-E602-76470D008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140315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from the Literature Review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488C9D-2D30-3125-69F0-8049573055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6" y="300192"/>
            <a:ext cx="2783174" cy="49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85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C5B857-177B-4550-2344-1CED2EAF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0"/>
              </a:spcAft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485089" cy="56356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Scope of the Project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FE1904-C542-AA1E-2C15-5A81417C9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197" y="229141"/>
            <a:ext cx="2900179" cy="56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21525-3BCB-4374-17CC-3091B416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47EA18-0651-E7BB-17C7-C377043CE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0"/>
              </a:spcAft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BE5AE2-40E3-427C-DEBA-FA190D02B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Idea / Solution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AABE41-1A78-C313-15FA-4DAE2C1B9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9266" y="228601"/>
            <a:ext cx="2990120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96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C2826-D987-657A-B60A-74C1EACDD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E6F616-BA4B-81FE-2F89-F371C9050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0"/>
              </a:spcAft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291E41-CF58-74B2-9E5F-75768CDC9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8864184" cy="563562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Idea / Solution as Design Project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21D194-BF7A-AFFD-A853-AAA15D975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784" y="228600"/>
            <a:ext cx="2505439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14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C5B857-177B-4550-2344-1CED2EAF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0"/>
              </a:spcAft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Research / Methodology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9172F0-DC24-A9DB-0F68-54E3881FD5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2016" y="228600"/>
            <a:ext cx="2775262" cy="52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49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694294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15328B-2062-6B94-DEDE-8CFD1B404E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184" y="151141"/>
            <a:ext cx="3179997" cy="55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624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Requirements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455320-2D9F-FA39-6651-A4D0ED124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9010" y="241174"/>
            <a:ext cx="2818151" cy="55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773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7F2E8EE-CD24-2C42-4A67-9564FE554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6396C8-E2F5-DB41-7F32-97AA6CD89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B9D8FE-2220-5A3B-7132-BC49787B7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/ Flow / Design Diagram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E31CD9-0893-71CD-A52F-CE13AF034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830" y="138036"/>
            <a:ext cx="2715302" cy="58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305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9EF7A-D100-228A-91F7-55D819A21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9A16D7-8892-69C5-8E3F-CA899A02E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121F08-AD64-6706-BBF1-E99AD8E17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244589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Modules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41F741-6C92-DBA8-8287-DCADD1E7C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013" y="169256"/>
            <a:ext cx="2685321" cy="55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414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9ECAB-3179-9CCC-642A-5735C02C4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343D4E-B5C1-D4D1-F90B-80F03B7E1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CB1A76-FD31-0CA0-94FE-FD7AFCC63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Proposed Idea / Project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E27D2C-6F90-7DF9-AB19-4F214FE76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5" y="285778"/>
            <a:ext cx="2803161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103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58223-842F-E06E-5A4A-6B7EEA7E0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153325-B3C0-3BBC-88F7-6BC291541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2D421F-1615-2669-0698-211111DAE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C60FC0-D47B-5ADE-2B68-D06E7335D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593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23EDA-4E6D-78BF-B031-6B8E6D61F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0FB39F-7422-D5C9-C864-CC4236290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961CD4-3E10-98EF-AD19-1669748F6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 and Discussion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FCADDA-D9E2-36EA-E944-564BB95DF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463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9B8F1-05E9-07E3-39E6-5440FC9BB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4C79AF-A4DC-60B2-2D45-0704C945A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625804-55EE-9262-0513-B15AAAE37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Directions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A1E605-EF66-503F-9EFE-62349AAAD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118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F67CF-4D55-95C9-8717-250E451EF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26F7BD-3071-22EF-42C0-1D08731CD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87833"/>
            <a:ext cx="10972800" cy="5223154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Authors, Year, Title of the Paper, Journal / Conference, Volume and Page Details, DOI (Samples are given below)</a:t>
            </a:r>
          </a:p>
          <a:p>
            <a:pPr marL="0" indent="0">
              <a:buNone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4572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1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Kong, W., &amp; Agarwal, P.P. (2020). Chest imaging appearance of COVID-19 infection. Radiology: Cardiothoracic Imaging, 2(1).</a:t>
            </a:r>
            <a:endParaRPr lang="en-US" sz="21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100" kern="1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Li, Y., &amp; Xia, L. (2020). Coronavirus Disease 2019 (COVID-19): Role of chest CT in diagnosis and management. American Journal of Roentgenology, 1–7.</a:t>
            </a:r>
          </a:p>
          <a:p>
            <a:pPr marL="457200" marR="0" indent="-4572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1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Mooney, P. (2020). Kaggle chest x-ray images (pneumonia) dataset, </a:t>
            </a:r>
            <a:r>
              <a:rPr lang="en-US" sz="2100" u="none" strike="noStrike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https://github.com/ieee8023/covid-chestxray-datase</a:t>
            </a:r>
            <a:endParaRPr lang="en-US" sz="21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-4572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10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Parnian</a:t>
            </a:r>
            <a:r>
              <a:rPr lang="en-US" sz="21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Afshar., Shahin </a:t>
            </a:r>
            <a:r>
              <a:rPr lang="en-US" sz="210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Heidarian</a:t>
            </a:r>
            <a:r>
              <a:rPr lang="en-US" sz="21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., </a:t>
            </a:r>
            <a:r>
              <a:rPr lang="en-US" sz="210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Farnoosh</a:t>
            </a:r>
            <a:r>
              <a:rPr lang="en-US" sz="21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10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Naderkhani</a:t>
            </a:r>
            <a:r>
              <a:rPr lang="en-US" sz="21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., Anastasia </a:t>
            </a:r>
            <a:r>
              <a:rPr lang="en-US" sz="210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Oikonomou</a:t>
            </a:r>
            <a:r>
              <a:rPr lang="en-US" sz="21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., Konstantinos, N. </a:t>
            </a:r>
            <a:r>
              <a:rPr lang="en-US" sz="210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Plataniotis</a:t>
            </a:r>
            <a:r>
              <a:rPr lang="en-US" sz="21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., &amp; </a:t>
            </a:r>
            <a:r>
              <a:rPr lang="en-US" sz="210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Arash</a:t>
            </a:r>
            <a:r>
              <a:rPr lang="en-US" sz="21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Mohammadi. (2020). COVID-CAPS: A capsule network-based framework for identification of COVID-19 cases from X-ray images, Pattern Recognition Letters, 138, 638–643</a:t>
            </a:r>
            <a:endParaRPr lang="en-US" sz="21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indent="-4572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10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Singhal, T. (2020). A review of corona virus disease-2019 (COVID-19). Indian Journal of Pediatrics, 87, 281– 286. </a:t>
            </a:r>
            <a:endParaRPr lang="en-US" sz="21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AutoNum type="arabicPeriod"/>
            </a:pPr>
            <a:endParaRPr lang="en-IN" sz="1800" dirty="0">
              <a:solidFill>
                <a:srgbClr val="333333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F7B8BB-F1A9-CAAC-6E94-84B65B0E7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14CC03-5AC2-8C76-DAFE-BA60BA1CF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751" y="214280"/>
            <a:ext cx="2535420" cy="48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63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B1E9D-08D2-E426-5B22-3AC2930FB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57C60A-FBDF-9BB5-4528-95592F911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1D1431-CBB1-2E8B-9D61-C266D7E35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 (Sample of the Source Code)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9D29C0-805E-09D5-FBBC-105D2D7A2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4614" y="138036"/>
            <a:ext cx="2730292" cy="59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336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15CE2-0FCE-C10F-147E-1C0000F53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356C37-CB3A-0542-A650-FDC3D5A9D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D1F075-A6AF-DC0E-0383-CB3781E97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Submission Page of the Paper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3C8A54-DB36-4EFB-9F5E-BC062E18F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9010" y="138036"/>
            <a:ext cx="2635896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194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634333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Plagiarism Report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45E307-6A9E-5159-8B35-ADF54C109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1800" y="138036"/>
            <a:ext cx="2445479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570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</TotalTime>
  <Words>471</Words>
  <Application>Microsoft Office PowerPoint</Application>
  <PresentationFormat>Widescreen</PresentationFormat>
  <Paragraphs>95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Bookman Old Style</vt:lpstr>
      <vt:lpstr>Calibri</vt:lpstr>
      <vt:lpstr>Times New Roman</vt:lpstr>
      <vt:lpstr>Office Theme</vt:lpstr>
      <vt:lpstr>PowerPoint Presentation</vt:lpstr>
      <vt:lpstr> Agenda  </vt:lpstr>
      <vt:lpstr>Introduction</vt:lpstr>
      <vt:lpstr>Review of literature</vt:lpstr>
      <vt:lpstr>Observations from the Literature Review</vt:lpstr>
      <vt:lpstr>Limitations from the Literature Review</vt:lpstr>
      <vt:lpstr>Problem Statement / Scope of the Project</vt:lpstr>
      <vt:lpstr>Proposed Idea / Solution</vt:lpstr>
      <vt:lpstr>Objectives of the Idea / Solution as Design Project</vt:lpstr>
      <vt:lpstr>Proposed Research / Methodology</vt:lpstr>
      <vt:lpstr>Hardware Requirements</vt:lpstr>
      <vt:lpstr> Software Requirements</vt:lpstr>
      <vt:lpstr> Process / Flow / Design Diagram</vt:lpstr>
      <vt:lpstr> Proposed Modules</vt:lpstr>
      <vt:lpstr> Novelty of the Proposed Idea / Project</vt:lpstr>
      <vt:lpstr> Experimentation</vt:lpstr>
      <vt:lpstr> Results and Discussion</vt:lpstr>
      <vt:lpstr> Conclusion &amp; Future Directions</vt:lpstr>
      <vt:lpstr> References  </vt:lpstr>
      <vt:lpstr>   Implementation (Sample of the Source Code) </vt:lpstr>
      <vt:lpstr>   Submission Page of the Paper </vt:lpstr>
      <vt:lpstr>  Plagiarism Report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AIG-POC</dc:title>
  <dc:creator>debashis.sengupta</dc:creator>
  <cp:lastModifiedBy>M Selvam</cp:lastModifiedBy>
  <cp:revision>18</cp:revision>
  <cp:lastPrinted>2020-11-26T03:04:06Z</cp:lastPrinted>
  <dcterms:created xsi:type="dcterms:W3CDTF">2008-12-05T06:42:08Z</dcterms:created>
  <dcterms:modified xsi:type="dcterms:W3CDTF">2026-09-09T10:45:01Z</dcterms:modified>
</cp:coreProperties>
</file>